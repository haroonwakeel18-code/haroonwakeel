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-Data-integrity-03-pptx-1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2-Data-integrity-03-pptx-2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128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3-Data-integrity-03-pptx-3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4-Data-integrity-03-pptx-4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-Data-integrity-03-pptx-5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6-Data-integrity-03-pptx-6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7-Data-integrity-03-pptx-7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8-Data-integrity-03-pptx-8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9-Data-integrity-03-pptx-9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0-Data-integrity-03-pptx-10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1-Data-integrity-03-pptx-11-2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WPS_1708430079</cp:lastModifiedBy>
  <cp:revision>2</cp:revision>
  <dcterms:created xsi:type="dcterms:W3CDTF">2013-01-27T09:14:00Z</dcterms:created>
  <dcterms:modified xsi:type="dcterms:W3CDTF">2025-05-21T20:08:27Z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66C2DFC7B0DD42F9BCE1BF0F10967F02_12</vt:lpwstr>
  </property>
  <property fmtid="{D5CDD505-2E9C-101B-9397-08002B2CF9AE}" pid="3" name="KSOProductBuildVer">
    <vt:lpwstr>1033-12.2.0.21179</vt:lpwstr>
  </property>
</Properties>
</file>